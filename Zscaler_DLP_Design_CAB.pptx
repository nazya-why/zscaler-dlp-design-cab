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d347fe66294400" /><Relationship Type="http://schemas.openxmlformats.org/officeDocument/2006/relationships/extended-properties" Target="/docProps/app.xml" Id="Rd48e9f249b81419f" /><Relationship Type="http://schemas.openxmlformats.org/officeDocument/2006/relationships/officeDocument" Target="/ppt/presentation.xml" Id="R1ab0114de4fd4d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a99d59b63a482d"/>
  </p:sldMasterIdLst>
  <p:notesMasterIdLst>
    <p:notesMasterId xmlns:r="http://schemas.openxmlformats.org/officeDocument/2006/relationships" r:id="R3b7795313f4643dc"/>
  </p:notesMasterIdLst>
  <p:sldIdLst>
    <p:sldId xmlns:r="http://schemas.openxmlformats.org/officeDocument/2006/relationships" id="256" r:id="R7abdafc10ff448ed"/>
    <p:sldId xmlns:r="http://schemas.openxmlformats.org/officeDocument/2006/relationships" id="257" r:id="Raf974fcc18de4958"/>
    <p:sldId xmlns:r="http://schemas.openxmlformats.org/officeDocument/2006/relationships" id="258" r:id="Rfd1e3b17d4504c44"/>
    <p:sldId xmlns:r="http://schemas.openxmlformats.org/officeDocument/2006/relationships" id="259" r:id="Rddb05e490436426a"/>
    <p:sldId xmlns:r="http://schemas.openxmlformats.org/officeDocument/2006/relationships" id="260" r:id="R68081672a13f4e93"/>
    <p:sldId xmlns:r="http://schemas.openxmlformats.org/officeDocument/2006/relationships" id="261" r:id="R8f8a747736b343ac"/>
    <p:sldId xmlns:r="http://schemas.openxmlformats.org/officeDocument/2006/relationships" id="262" r:id="R15c86a1840e04654"/>
    <p:sldId xmlns:r="http://schemas.openxmlformats.org/officeDocument/2006/relationships" id="263" r:id="R86c23f58cb9b4210"/>
    <p:sldId xmlns:r="http://schemas.openxmlformats.org/officeDocument/2006/relationships" id="264" r:id="R4c9998eb74e14ec5"/>
    <p:sldId xmlns:r="http://schemas.openxmlformats.org/officeDocument/2006/relationships" id="265" r:id="Rc8c9d694310547ae"/>
    <p:sldId xmlns:r="http://schemas.openxmlformats.org/officeDocument/2006/relationships" id="266" r:id="Rf80123f9fa6a4c11"/>
    <p:sldId xmlns:r="http://schemas.openxmlformats.org/officeDocument/2006/relationships" id="267" r:id="Rb12dc6f256ac41f5"/>
    <p:sldId xmlns:r="http://schemas.openxmlformats.org/officeDocument/2006/relationships" id="268" r:id="R7bf2afdca09743a9"/>
    <p:sldId xmlns:r="http://schemas.openxmlformats.org/officeDocument/2006/relationships" id="269" r:id="R58161ff78bb24e54"/>
    <p:sldId xmlns:r="http://schemas.openxmlformats.org/officeDocument/2006/relationships" id="270" r:id="R845258ded7b94b2e"/>
    <p:sldId xmlns:r="http://schemas.openxmlformats.org/officeDocument/2006/relationships" id="271" r:id="R8c8873086a27411a"/>
    <p:sldId xmlns:r="http://schemas.openxmlformats.org/officeDocument/2006/relationships" id="272" r:id="R229675246afd4d8d"/>
    <p:sldId xmlns:r="http://schemas.openxmlformats.org/officeDocument/2006/relationships" id="273" r:id="R82a3de361e374b8e"/>
    <p:sldId xmlns:r="http://schemas.openxmlformats.org/officeDocument/2006/relationships" id="274" r:id="Re0bb2a06341c4710"/>
  </p:sldIdLst>
  <p:sldSz cx="12191999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e1d8b514443a8" /><Relationship Type="http://schemas.openxmlformats.org/officeDocument/2006/relationships/slideMaster" Target="/ppt/slideMasters/slideMaster1.xml" Id="R94a99d59b63a482d" /><Relationship Type="http://schemas.openxmlformats.org/officeDocument/2006/relationships/notesMaster" Target="/ppt/notesMasters/notesMaster1.xml" Id="R3b7795313f4643dc" /><Relationship Type="http://schemas.openxmlformats.org/officeDocument/2006/relationships/presProps" Target="/ppt/presProps.xml" Id="R12155cfde9384af3" /><Relationship Type="http://schemas.openxmlformats.org/officeDocument/2006/relationships/viewProps" Target="/ppt/viewProps.xml" Id="R85e4534c22df4c49" /><Relationship Type="http://schemas.openxmlformats.org/officeDocument/2006/relationships/tableStyles" Target="/ppt/tableStyles.xml" Id="R416ded0b52764ec6" /><Relationship Type="http://schemas.openxmlformats.org/officeDocument/2006/relationships/slide" Target="/ppt/slides/slide1.xml" Id="R7abdafc10ff448ed" /><Relationship Type="http://schemas.openxmlformats.org/officeDocument/2006/relationships/slide" Target="/ppt/slides/slide2.xml" Id="Raf974fcc18de4958" /><Relationship Type="http://schemas.openxmlformats.org/officeDocument/2006/relationships/slide" Target="/ppt/slides/slide3.xml" Id="Rfd1e3b17d4504c44" /><Relationship Type="http://schemas.openxmlformats.org/officeDocument/2006/relationships/slide" Target="/ppt/slides/slide4.xml" Id="Rddb05e490436426a" /><Relationship Type="http://schemas.openxmlformats.org/officeDocument/2006/relationships/slide" Target="/ppt/slides/slide5.xml" Id="R68081672a13f4e93" /><Relationship Type="http://schemas.openxmlformats.org/officeDocument/2006/relationships/slide" Target="/ppt/slides/slide6.xml" Id="R8f8a747736b343ac" /><Relationship Type="http://schemas.openxmlformats.org/officeDocument/2006/relationships/slide" Target="/ppt/slides/slide7.xml" Id="R15c86a1840e04654" /><Relationship Type="http://schemas.openxmlformats.org/officeDocument/2006/relationships/slide" Target="/ppt/slides/slide8.xml" Id="R86c23f58cb9b4210" /><Relationship Type="http://schemas.openxmlformats.org/officeDocument/2006/relationships/slide" Target="/ppt/slides/slide9.xml" Id="R4c9998eb74e14ec5" /><Relationship Type="http://schemas.openxmlformats.org/officeDocument/2006/relationships/slide" Target="/ppt/slides/slide10.xml" Id="Rc8c9d694310547ae" /><Relationship Type="http://schemas.openxmlformats.org/officeDocument/2006/relationships/slide" Target="/ppt/slides/slide11.xml" Id="Rf80123f9fa6a4c11" /><Relationship Type="http://schemas.openxmlformats.org/officeDocument/2006/relationships/slide" Target="/ppt/slides/slide12.xml" Id="Rb12dc6f256ac41f5" /><Relationship Type="http://schemas.openxmlformats.org/officeDocument/2006/relationships/slide" Target="/ppt/slides/slide13.xml" Id="R7bf2afdca09743a9" /><Relationship Type="http://schemas.openxmlformats.org/officeDocument/2006/relationships/slide" Target="/ppt/slides/slide14.xml" Id="R58161ff78bb24e54" /><Relationship Type="http://schemas.openxmlformats.org/officeDocument/2006/relationships/slide" Target="/ppt/slides/slide15.xml" Id="R845258ded7b94b2e" /><Relationship Type="http://schemas.openxmlformats.org/officeDocument/2006/relationships/slide" Target="/ppt/slides/slide16.xml" Id="R8c8873086a27411a" /><Relationship Type="http://schemas.openxmlformats.org/officeDocument/2006/relationships/slide" Target="/ppt/slides/slide17.xml" Id="R229675246afd4d8d" /><Relationship Type="http://schemas.openxmlformats.org/officeDocument/2006/relationships/slide" Target="/ppt/slides/slide18.xml" Id="R82a3de361e374b8e" /><Relationship Type="http://schemas.openxmlformats.org/officeDocument/2006/relationships/slide" Target="/ppt/slides/slide19.xml" Id="Re0bb2a06341c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332c9a45b44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c5c1da8384852" /><Relationship Type="http://schemas.openxmlformats.org/officeDocument/2006/relationships/notesMaster" Target="/ppt/notesMasters/notesMaster1.xml" Id="Rca6ea4019fae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1ae7a8b6494f0f" /><Relationship Type="http://schemas.openxmlformats.org/officeDocument/2006/relationships/notesMaster" Target="/ppt/notesMasters/notesMaster1.xml" Id="Rc7d8a9fc7e2a45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20b420fd5a4067" /><Relationship Type="http://schemas.openxmlformats.org/officeDocument/2006/relationships/notesMaster" Target="/ppt/notesMasters/notesMaster1.xml" Id="Rbf652bc43a2f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dd7e4ca7a4e34" /><Relationship Type="http://schemas.openxmlformats.org/officeDocument/2006/relationships/notesMaster" Target="/ppt/notesMasters/notesMaster1.xml" Id="R45fbfeadcaae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2c6bf6c614506" /><Relationship Type="http://schemas.openxmlformats.org/officeDocument/2006/relationships/notesMaster" Target="/ppt/notesMasters/notesMaster1.xml" Id="R0ea63fbdbaf543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b873a02f974121" /><Relationship Type="http://schemas.openxmlformats.org/officeDocument/2006/relationships/notesMaster" Target="/ppt/notesMasters/notesMaster1.xml" Id="R2056b71d91c04b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d23336d91f41fe" /><Relationship Type="http://schemas.openxmlformats.org/officeDocument/2006/relationships/notesMaster" Target="/ppt/notesMasters/notesMaster1.xml" Id="R2770f08d76ae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2b83a3eec64832" /><Relationship Type="http://schemas.openxmlformats.org/officeDocument/2006/relationships/notesMaster" Target="/ppt/notesMasters/notesMaster1.xml" Id="R80579c86b03b48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3d3261b6f648d3" /><Relationship Type="http://schemas.openxmlformats.org/officeDocument/2006/relationships/notesMaster" Target="/ppt/notesMasters/notesMaster1.xml" Id="R94842f4b4393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d3451d01d64314" /><Relationship Type="http://schemas.openxmlformats.org/officeDocument/2006/relationships/notesMaster" Target="/ppt/notesMasters/notesMaster1.xml" Id="R2a7e78844afc43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bf9a817304974" /><Relationship Type="http://schemas.openxmlformats.org/officeDocument/2006/relationships/notesMaster" Target="/ppt/notesMasters/notesMaster1.xml" Id="Rb9b851cfbcd84d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6402974fb14f4f" /><Relationship Type="http://schemas.openxmlformats.org/officeDocument/2006/relationships/notesMaster" Target="/ppt/notesMasters/notesMaster1.xml" Id="R23f33d08d27a46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75d7523f7e4039" /><Relationship Type="http://schemas.openxmlformats.org/officeDocument/2006/relationships/notesMaster" Target="/ppt/notesMasters/notesMaster1.xml" Id="R4994658728b64d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eee6fd4164fc0" /><Relationship Type="http://schemas.openxmlformats.org/officeDocument/2006/relationships/notesMaster" Target="/ppt/notesMasters/notesMaster1.xml" Id="Ra16df1e15b8d48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250d5ddcaf41f4" /><Relationship Type="http://schemas.openxmlformats.org/officeDocument/2006/relationships/notesMaster" Target="/ppt/notesMasters/notesMaster1.xml" Id="R1b4a29377c1348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c7ca92acce400d" /><Relationship Type="http://schemas.openxmlformats.org/officeDocument/2006/relationships/notesMaster" Target="/ppt/notesMasters/notesMaster1.xml" Id="R36988d99475647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a499536d114790" /><Relationship Type="http://schemas.openxmlformats.org/officeDocument/2006/relationships/notesMaster" Target="/ppt/notesMasters/notesMaster1.xml" Id="Rb3e25bd7134148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4bd06d6d9e45b9" /><Relationship Type="http://schemas.openxmlformats.org/officeDocument/2006/relationships/notesMaster" Target="/ppt/notesMasters/notesMaster1.xml" Id="R30fa15503c7f42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7f482e0f4a43dc" /><Relationship Type="http://schemas.openxmlformats.org/officeDocument/2006/relationships/notesMaster" Target="/ppt/notesMasters/notesMaster1.xml" Id="R600f63718233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1c69ecaaf41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b7465791344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87bcda69446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f99c42f1347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6e9789bef42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f20ab4f454c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157556baa4e6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6f824f4fe44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b54294e8340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875fb422246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8ba1bb7c44cd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A169D3-780A-48B2-82A0-484444F089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71578A-C073-4119-8F9E-1D837620EA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2C63DA-AC08-4570-98DE-39C259AF14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434BBF-A8DD-406A-9EC2-CD9B827B5A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A81576-99EF-46A2-BAD0-8486E32645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FB5BFB-9C3E-4189-BACC-8408E5F97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75E54A-056F-484F-A764-91ADED44AB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AC48EE-7792-48A0-9ADA-20B4755179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4D8928-EE4E-4ACD-8A84-5616CB7AB0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20A031-0C05-478A-82AF-2E54C500B1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C27AD-9A47-4106-A768-F21A1B17A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194526-9DA4-49CF-9F66-0B41BE750B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53DBB9-E3DE-470E-9E70-E5A07EA278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72C137-44A7-4578-AA74-0B08554E3F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65E6F6-F0FA-4DC4-8871-3F12EB7EA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F6472F-3571-479C-B235-FA883F4CE7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F4C219-83BE-49C4-98E6-FB49927541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FDF7000-E5AB-4C7F-8EA3-F85FC66610E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3AA81B-8CE0-4F23-9576-8C9768863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A74612B-EF2C-451C-85BD-A163A756C0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7E85BC-150E-4002-90B7-DD0E8DFE9E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93F7F5-233F-47A0-A6CE-6F2B0A94E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9C39F5-F349-49F8-BAFE-82BFFE9DC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C00CDF-49B5-4919-A55F-B4E580B1D8F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68A4B96-CB8B-4F0E-BBEA-2A9906F6DA5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96CC7B0-47D2-4E1E-8AC2-55EACD7CAA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A248DD4-9879-42A0-8A25-C622176E8A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7DA0489-072B-4AFC-921E-33D813F13B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60E9DA4-1ED8-4C93-A6BB-AA510AB1B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998A7E-1149-47CC-A900-B7A94D09B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5475642-C53A-421D-BDBC-0CCE36BF29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7DCF43E-094C-4B7C-A944-397D23DDE8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BD61A82-6624-42BA-ABCA-0E166B37DA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2AD6546-7C67-4975-ADCA-F5B41743C7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04D18DE-7248-42C0-8FF0-A2C9B3D13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7CDEE3-72EE-4601-90BB-24477B2AC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BFCDE0-0365-4B5C-8E63-35728B981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A64C15-ACDA-40A1-BA5B-EB333772E0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DD0C35-1A03-4776-BF7E-91D2BB1659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50EA71-C193-4CC9-91C3-15E9045FBA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AEDDF3D-DF76-47F3-957C-E8F6861E93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8C17E3-B6E7-4C81-9DA0-E826E778E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DE221-1B9B-4803-AC2C-9156FB47F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FCAC7BF-9CEA-41F0-B466-B292880976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E497D17-E81F-4B5F-BBB9-7E0A4434DF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60796B-9DBA-4084-A920-A87692B661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6BC8F55-C64B-434D-80AF-9BFA4A1FEB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CE644FA-B1F5-490A-A18C-E9014E5D54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7788-4FC5-49E0-9B57-946B4C3228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F53639-13E5-4B25-ABCE-FD65AE02F6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21FB40-34DE-43DE-BF0A-8D40BCB003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A184F3-D2C3-4C6F-8928-9C8EAE681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447649-06EB-488E-8AF8-B6B6F6E41B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DAC0C07-ADC9-4930-BD95-72F45A30D1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7F08DE-C529-4803-8AA7-42C3D0188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DDC4D7-FA56-4E35-B4E8-FAA21CC199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DBC6D0-FAC0-454E-A725-B919A7E0C0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4386B-26AC-4130-BF91-B3238801E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df497d87140ef" /><Relationship Type="http://schemas.openxmlformats.org/officeDocument/2006/relationships/slideLayout" Target="/ppt/slideLayouts/slideLayout1.xml" Id="Rfbeaf89135dc46b3" /><Relationship Type="http://schemas.openxmlformats.org/officeDocument/2006/relationships/slideLayout" Target="/ppt/slideLayouts/slideLayout2.xml" Id="R53a6169f8de54444" /><Relationship Type="http://schemas.openxmlformats.org/officeDocument/2006/relationships/slideLayout" Target="/ppt/slideLayouts/slideLayout3.xml" Id="Re2703fca73aa4933" /><Relationship Type="http://schemas.openxmlformats.org/officeDocument/2006/relationships/slideLayout" Target="/ppt/slideLayouts/slideLayout4.xml" Id="Rfce6cb6a476e4599" /><Relationship Type="http://schemas.openxmlformats.org/officeDocument/2006/relationships/slideLayout" Target="/ppt/slideLayouts/slideLayout5.xml" Id="Rbb4e24f0884b4973" /><Relationship Type="http://schemas.openxmlformats.org/officeDocument/2006/relationships/slideLayout" Target="/ppt/slideLayouts/slideLayout6.xml" Id="R2589631a74804c0e" /><Relationship Type="http://schemas.openxmlformats.org/officeDocument/2006/relationships/slideLayout" Target="/ppt/slideLayouts/slideLayout7.xml" Id="R70a9e246d47d4d29" /><Relationship Type="http://schemas.openxmlformats.org/officeDocument/2006/relationships/slideLayout" Target="/ppt/slideLayouts/slideLayout8.xml" Id="Rc2433f70ebc6426a" /><Relationship Type="http://schemas.openxmlformats.org/officeDocument/2006/relationships/slideLayout" Target="/ppt/slideLayouts/slideLayout9.xml" Id="R835d177ebf014c2e" /><Relationship Type="http://schemas.openxmlformats.org/officeDocument/2006/relationships/slideLayout" Target="/ppt/slideLayouts/slideLayout10.xml" Id="R8ab9e0315fb140d8" /><Relationship Type="http://schemas.openxmlformats.org/officeDocument/2006/relationships/slideLayout" Target="/ppt/slideLayouts/slideLayout11.xml" Id="Rb59be79075fe4ae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CB359E-F272-4739-B640-62C528C93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72E13E-51F8-4966-AB79-FE61CBA921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D24BBE-912C-470C-A08F-231EDA39E9D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4291C9-C673-4F61-8C0C-DE36F617B9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D21673-07E9-4A6B-A5F9-FC188645AA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af89135dc46b3"/>
    <p:sldLayoutId xmlns:r="http://schemas.openxmlformats.org/officeDocument/2006/relationships" id="2147483650" r:id="R53a6169f8de54444"/>
    <p:sldLayoutId xmlns:r="http://schemas.openxmlformats.org/officeDocument/2006/relationships" id="2147483651" r:id="Re2703fca73aa4933"/>
    <p:sldLayoutId xmlns:r="http://schemas.openxmlformats.org/officeDocument/2006/relationships" id="2147483652" r:id="Rfce6cb6a476e4599"/>
    <p:sldLayoutId xmlns:r="http://schemas.openxmlformats.org/officeDocument/2006/relationships" id="2147483653" r:id="Rbb4e24f0884b4973"/>
    <p:sldLayoutId xmlns:r="http://schemas.openxmlformats.org/officeDocument/2006/relationships" id="2147483654" r:id="R2589631a74804c0e"/>
    <p:sldLayoutId xmlns:r="http://schemas.openxmlformats.org/officeDocument/2006/relationships" id="2147483655" r:id="R70a9e246d47d4d29"/>
    <p:sldLayoutId xmlns:r="http://schemas.openxmlformats.org/officeDocument/2006/relationships" id="2147483656" r:id="Rc2433f70ebc6426a"/>
    <p:sldLayoutId xmlns:r="http://schemas.openxmlformats.org/officeDocument/2006/relationships" id="2147483657" r:id="R835d177ebf014c2e"/>
    <p:sldLayoutId xmlns:r="http://schemas.openxmlformats.org/officeDocument/2006/relationships" id="2147483658" r:id="R8ab9e0315fb140d8"/>
    <p:sldLayoutId xmlns:r="http://schemas.openxmlformats.org/officeDocument/2006/relationships" id="2147483659" r:id="Rb59be79075fe4ae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7caa7f7fdd440d" /><Relationship Type="http://schemas.openxmlformats.org/officeDocument/2006/relationships/image" Target="/ppt/media/image.png" Id="R791f4eebe300422e" /><Relationship Type="http://schemas.openxmlformats.org/officeDocument/2006/relationships/notesSlide" Target="/ppt/notesSlides/notesSlide1.xml" Id="R95534a378bf6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9dcb90e99a4a2a" /><Relationship Type="http://schemas.openxmlformats.org/officeDocument/2006/relationships/image" Target="/ppt/media/image2.png" Id="Rff558f178d8b451a" /><Relationship Type="http://schemas.openxmlformats.org/officeDocument/2006/relationships/notesSlide" Target="/ppt/notesSlides/notesSlide2.xml" Id="Ra8d5af96ffd5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45c2d4413f462e" /><Relationship Type="http://schemas.openxmlformats.org/officeDocument/2006/relationships/image" Target="/ppt/media/image3.png" Id="R798bbce4199e4e56" /><Relationship Type="http://schemas.openxmlformats.org/officeDocument/2006/relationships/notesSlide" Target="/ppt/notesSlides/notesSlide3.xml" Id="R199f56686ef543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f2a46105ea4153" /><Relationship Type="http://schemas.openxmlformats.org/officeDocument/2006/relationships/image" Target="/ppt/media/image4.png" Id="Rc43bf23fbca240ea" /><Relationship Type="http://schemas.openxmlformats.org/officeDocument/2006/relationships/notesSlide" Target="/ppt/notesSlides/notesSlide4.xml" Id="R2726d6f20d7e4a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6ca01eb93249fd" /><Relationship Type="http://schemas.openxmlformats.org/officeDocument/2006/relationships/image" Target="/ppt/media/image5.png" Id="R10796763d69f4b61" /><Relationship Type="http://schemas.openxmlformats.org/officeDocument/2006/relationships/notesSlide" Target="/ppt/notesSlides/notesSlide5.xml" Id="R0b9651be49d7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e966231eaa4f7c" /><Relationship Type="http://schemas.openxmlformats.org/officeDocument/2006/relationships/image" Target="/ppt/media/image6.png" Id="R7583a55a096c4d40" /><Relationship Type="http://schemas.openxmlformats.org/officeDocument/2006/relationships/notesSlide" Target="/ppt/notesSlides/notesSlide6.xml" Id="Rb4ca5645fe4b42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883a41dccc4d04" /><Relationship Type="http://schemas.openxmlformats.org/officeDocument/2006/relationships/image" Target="/ppt/media/image7.png" Id="Re80c8644d722403c" /><Relationship Type="http://schemas.openxmlformats.org/officeDocument/2006/relationships/notesSlide" Target="/ppt/notesSlides/notesSlide7.xml" Id="Rafa6ce21403f40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e9c62088724655" /><Relationship Type="http://schemas.openxmlformats.org/officeDocument/2006/relationships/image" Target="/ppt/media/image8.png" Id="R3ef1f360a88747ad" /><Relationship Type="http://schemas.openxmlformats.org/officeDocument/2006/relationships/notesSlide" Target="/ppt/notesSlides/notesSlide8.xml" Id="R8d0d631b37e541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583f388ba24eeb" /><Relationship Type="http://schemas.openxmlformats.org/officeDocument/2006/relationships/image" Target="/ppt/media/image9.png" Id="R1796dcef8fad4b2a" /><Relationship Type="http://schemas.openxmlformats.org/officeDocument/2006/relationships/notesSlide" Target="/ppt/notesSlides/notesSlide9.xml" Id="R9db09228583e43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d276380e22407b" /><Relationship Type="http://schemas.openxmlformats.org/officeDocument/2006/relationships/image" Target="/ppt/media/image10.png" Id="R7003278d7a9d4f30" /><Relationship Type="http://schemas.openxmlformats.org/officeDocument/2006/relationships/notesSlide" Target="/ppt/notesSlides/notesSlide10.xml" Id="R059dc19b46a543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742e1e6df84022" /><Relationship Type="http://schemas.openxmlformats.org/officeDocument/2006/relationships/image" Target="/ppt/media/image11.png" Id="Rc45d8292f87e4dbd" /><Relationship Type="http://schemas.openxmlformats.org/officeDocument/2006/relationships/notesSlide" Target="/ppt/notesSlides/notesSlide11.xml" Id="R2088627c437d4c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40f52d34964a70" /><Relationship Type="http://schemas.openxmlformats.org/officeDocument/2006/relationships/image" Target="/ppt/media/image12.png" Id="R8a0855f5e3304a97" /><Relationship Type="http://schemas.openxmlformats.org/officeDocument/2006/relationships/notesSlide" Target="/ppt/notesSlides/notesSlide12.xml" Id="R1f67595f0a5a4e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6addb8ce1b4b98" /><Relationship Type="http://schemas.openxmlformats.org/officeDocument/2006/relationships/image" Target="/ppt/media/image13.png" Id="Rbd107c5a3d014bf8" /><Relationship Type="http://schemas.openxmlformats.org/officeDocument/2006/relationships/notesSlide" Target="/ppt/notesSlides/notesSlide13.xml" Id="R7e43f344fcbe4b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82176485934a7d" /><Relationship Type="http://schemas.openxmlformats.org/officeDocument/2006/relationships/image" Target="/ppt/media/image14.png" Id="R5dc94f7cb93f4189" /><Relationship Type="http://schemas.openxmlformats.org/officeDocument/2006/relationships/notesSlide" Target="/ppt/notesSlides/notesSlide14.xml" Id="Ra6f8c9494d3145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8940df170544cf" /><Relationship Type="http://schemas.openxmlformats.org/officeDocument/2006/relationships/image" Target="/ppt/media/image15.png" Id="R9bdf9f811c4f40bc" /><Relationship Type="http://schemas.openxmlformats.org/officeDocument/2006/relationships/notesSlide" Target="/ppt/notesSlides/notesSlide15.xml" Id="Ra300a8e21c1f40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1e81af746e4cc5" /><Relationship Type="http://schemas.openxmlformats.org/officeDocument/2006/relationships/image" Target="/ppt/media/image16.png" Id="Ra5c9e6ca8a3f44d1" /><Relationship Type="http://schemas.openxmlformats.org/officeDocument/2006/relationships/notesSlide" Target="/ppt/notesSlides/notesSlide16.xml" Id="R502780ce5c1b4b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0611923a894e73" /><Relationship Type="http://schemas.openxmlformats.org/officeDocument/2006/relationships/image" Target="/ppt/media/image17.png" Id="Rc9bbff502efa4033" /><Relationship Type="http://schemas.openxmlformats.org/officeDocument/2006/relationships/notesSlide" Target="/ppt/notesSlides/notesSlide17.xml" Id="R1d8e61b3b3c946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00b02d775246eb" /><Relationship Type="http://schemas.openxmlformats.org/officeDocument/2006/relationships/image" Target="/ppt/media/image18.png" Id="Rd1bf9d072b884368" /><Relationship Type="http://schemas.openxmlformats.org/officeDocument/2006/relationships/notesSlide" Target="/ppt/notesSlides/notesSlide18.xml" Id="Rd55be3ab1acb4e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3a1ce6135745c4" /><Relationship Type="http://schemas.openxmlformats.org/officeDocument/2006/relationships/image" Target="/ppt/media/image19.png" Id="R8d8304796e1a4d8b" /><Relationship Type="http://schemas.openxmlformats.org/officeDocument/2006/relationships/notesSlide" Target="/ppt/notesSlides/notesSlide19.xml" Id="R8dfbb99ac78f4b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f4eebe300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114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58f178d8b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9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bbce4199e4e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43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bf23fbca240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98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96763d69f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0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3a55a096c4d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5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c8644d72240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895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1f360a887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612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6dcef8fad4b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79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3278d7a9d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202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d8292f87e4d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028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855f5e3304a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52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07c5a3d01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10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94f7cb93f4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456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f9f811c4f40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73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9e6ca8a3f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529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bff502efa4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8935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f9d072b8843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428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304796e1a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965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2026-10-21T15:18:26.8530000Z</dcterms:created>
  <dcterms:modified xsi:type="dcterms:W3CDTF">2026-10-21T15:18:26.8530000Z</dcterms:modified>
</coreProperties>
</file>